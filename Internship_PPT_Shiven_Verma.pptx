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I R A N E 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96596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Four Production-Grade Full-Stack Web Applications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0749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2410031017  ·  B.Tech CSE  ·  2024-2028
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undertaken at Thiranex (Remote / Project-Based)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18120" y="1280160"/>
            <a:ext cx="3794760" cy="4297680"/>
          </a:xfrm>
          <a:prstGeom prst="roundRect">
            <a:avLst>
              <a:gd name="adj" fmla="val 289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18120" y="1280160"/>
            <a:ext cx="3794760" cy="365760"/>
          </a:xfrm>
          <a:prstGeom prst="roundRect">
            <a:avLst>
              <a:gd name="adj" fmla="val 30000"/>
            </a:avLst>
          </a:prstGeom>
          <a:solidFill>
            <a:srgbClr val="1C2530"/>
          </a:solidFill>
          <a:ln/>
        </p:spPr>
      </p:sp>
      <p:sp>
        <p:nvSpPr>
          <p:cNvPr id="9" name="Shape 7"/>
          <p:cNvSpPr/>
          <p:nvPr/>
        </p:nvSpPr>
        <p:spPr>
          <a:xfrm>
            <a:off x="8019288" y="1412748"/>
            <a:ext cx="100584" cy="100584"/>
          </a:xfrm>
          <a:prstGeom prst="ellipse">
            <a:avLst/>
          </a:prstGeom>
          <a:solidFill>
            <a:srgbClr val="E86A5C"/>
          </a:solidFill>
          <a:ln/>
        </p:spPr>
      </p:sp>
      <p:sp>
        <p:nvSpPr>
          <p:cNvPr id="10" name="Shape 8"/>
          <p:cNvSpPr/>
          <p:nvPr/>
        </p:nvSpPr>
        <p:spPr>
          <a:xfrm>
            <a:off x="8257032" y="1412748"/>
            <a:ext cx="100584" cy="100584"/>
          </a:xfrm>
          <a:prstGeom prst="ellipse">
            <a:avLst/>
          </a:prstGeom>
          <a:solidFill>
            <a:srgbClr val="E5B93D"/>
          </a:solidFill>
          <a:ln/>
        </p:spPr>
      </p:sp>
      <p:sp>
        <p:nvSpPr>
          <p:cNvPr id="11" name="Shape 9"/>
          <p:cNvSpPr/>
          <p:nvPr/>
        </p:nvSpPr>
        <p:spPr>
          <a:xfrm>
            <a:off x="8494776" y="1412748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06840" y="133502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thiranex.in/verify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965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THIRANEX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2331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 &amp; Future Tech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6974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— Intern ID: THX-JUL3026-475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3291840"/>
            <a:ext cx="1531620" cy="731520"/>
          </a:xfrm>
          <a:prstGeom prst="roundRect">
            <a:avLst>
              <a:gd name="adj" fmla="val 1000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3419856"/>
            <a:ext cx="146304" cy="14630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66176" y="3639312"/>
            <a:ext cx="127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61220" y="3291840"/>
            <a:ext cx="1531620" cy="731520"/>
          </a:xfrm>
          <a:prstGeom prst="roundRect">
            <a:avLst>
              <a:gd name="adj" fmla="val 1000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89236" y="3419856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89236" y="3639312"/>
            <a:ext cx="127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4160520"/>
            <a:ext cx="1531620" cy="731520"/>
          </a:xfrm>
          <a:prstGeom prst="roundRect">
            <a:avLst>
              <a:gd name="adj" fmla="val 1000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4288536"/>
            <a:ext cx="146304" cy="14630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66176" y="4507992"/>
            <a:ext cx="127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61220" y="4160520"/>
            <a:ext cx="1531620" cy="731520"/>
          </a:xfrm>
          <a:prstGeom prst="roundRect">
            <a:avLst>
              <a:gd name="adj" fmla="val 1000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89236" y="4288536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889236" y="4507992"/>
            <a:ext cx="1275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InkFlow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0 1   /   O V E R V I E W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755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755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Full Stack Development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24140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4140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Thiranex (Skill Development &amp; Future Tech)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0723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072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Project-Based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58768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7307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Jul 2026 – 29 Aug 2026 (1 month)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6112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43891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engineering across four independent applications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independently deliverable, production-style applications submitted as separate graded milestones — not one shared classroom project.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1600200"/>
            <a:ext cx="4160520" cy="4160520"/>
          </a:xfrm>
          <a:prstGeom prst="roundRect">
            <a:avLst>
              <a:gd name="adj" fmla="val 263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2668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Applications Shipped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726680" y="2377440"/>
            <a:ext cx="1760220" cy="1417320"/>
          </a:xfrm>
          <a:prstGeom prst="roundRect">
            <a:avLst>
              <a:gd name="adj" fmla="val 5806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91272" y="2560320"/>
            <a:ext cx="292608" cy="29260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91272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8" dirty="0"/>
          </a:p>
        </p:txBody>
      </p:sp>
      <p:sp>
        <p:nvSpPr>
          <p:cNvPr id="25" name="Text 23"/>
          <p:cNvSpPr txBox="1"/>
          <p:nvPr/>
        </p:nvSpPr>
        <p:spPr>
          <a:xfrm>
            <a:off x="7891272" y="2999232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891272" y="3337560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Express + MySQL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24060" y="2377440"/>
            <a:ext cx="1760220" cy="1417320"/>
          </a:xfrm>
          <a:prstGeom prst="roundRect">
            <a:avLst>
              <a:gd name="adj" fmla="val 5806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88652" y="2560320"/>
            <a:ext cx="292608" cy="29260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88652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8" dirty="0"/>
          </a:p>
        </p:txBody>
      </p:sp>
      <p:sp>
        <p:nvSpPr>
          <p:cNvPr id="30" name="Text 28"/>
          <p:cNvSpPr txBox="1"/>
          <p:nvPr/>
        </p:nvSpPr>
        <p:spPr>
          <a:xfrm>
            <a:off x="9788652" y="2999232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788652" y="3337560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Prisma + SQLite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26680" y="3931920"/>
            <a:ext cx="1760220" cy="1417320"/>
          </a:xfrm>
          <a:prstGeom prst="roundRect">
            <a:avLst>
              <a:gd name="adj" fmla="val 5806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91272" y="4114800"/>
            <a:ext cx="292608" cy="29260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91272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8" dirty="0"/>
          </a:p>
        </p:txBody>
      </p:sp>
      <p:sp>
        <p:nvSpPr>
          <p:cNvPr id="35" name="Text 33"/>
          <p:cNvSpPr txBox="1"/>
          <p:nvPr/>
        </p:nvSpPr>
        <p:spPr>
          <a:xfrm>
            <a:off x="7891272" y="4553712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App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891272" y="4892040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Prisma + PostgreSQL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624060" y="3931920"/>
            <a:ext cx="1760220" cy="1417320"/>
          </a:xfrm>
          <a:prstGeom prst="roundRect">
            <a:avLst>
              <a:gd name="adj" fmla="val 5806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88652" y="4114800"/>
            <a:ext cx="292608" cy="29260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788652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88" dirty="0"/>
          </a:p>
        </p:txBody>
      </p:sp>
      <p:sp>
        <p:nvSpPr>
          <p:cNvPr id="40" name="Text 38"/>
          <p:cNvSpPr txBox="1"/>
          <p:nvPr/>
        </p:nvSpPr>
        <p:spPr>
          <a:xfrm>
            <a:off x="9788652" y="4553712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InkFlow (Blog)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9788652" y="4892040"/>
            <a:ext cx="1431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Prisma + PostgreSQL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0 2   /   M O T I V A T I O N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coursework teaches frontend, backend, and database concepts in isolation — without requiring a student to own a complete, deployable application end to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Learning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component here, an SQL query there — never wired end to end into one working, deployable product.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514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8346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Ownership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are graded once, not used — so the edge cases that only appear with real usage never surface.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51460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8346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74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Expect More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97764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 need one person who can own the schema, the API, the UI, and auth together, not just a slice of the stack.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0 3   /   G O A L S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801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personal portfolio site with a dynamic, database-backed project showcase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328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5117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task management app with authenticated, per-user CRUD, dashboard analytics, and filtering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3009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e-commerce app covering catalogue, cart, checkout, orders, and role-based access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325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0507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blogging platform with full post CRUD, an interactive comment system, and a creator dashboard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7823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8006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production-style practices — JWT auth, password hashing, validation, documented REST APIs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532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55040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 experience with Prisma ORM across three databases and deployment-ready structure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0 4   /   S T A C K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Tools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87452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18/19 (Vite)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+ Context API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87452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574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46888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 / SQLite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40233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Validation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177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/ bcryptjs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/ express-validator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Ownership-based authorization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Deploy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46177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Hot Toast + Lucide React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/ Supertest (integration tests)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0 5   /   D E S I G N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54880" y="150876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C2530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/ express-validator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35040" y="2011680"/>
            <a:ext cx="0" cy="27432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14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CSS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5875">
            <a:solidFill>
              <a:srgbClr val="58A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24140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Server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· JWT Auth Middleware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228600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03920" y="2414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761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→ PostgreSQL / MySQL / SQLite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49040" y="2743200"/>
            <a:ext cx="50292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3703320" y="19933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/ fetch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703320" y="32552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18120" y="2743200"/>
            <a:ext cx="50292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772400" y="19933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queries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2552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Foundation, Independent Domain Logic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applications share this same client → API → database pattern. On top of it, each project layers its own domain logic: TaskFlow adds status/priority filtering and live dashboard aggregation; the e-commerce app adds a cart-and-order pipeline across User, Product, Cart, and Order models with a separate admin area; InkFlow adds ownership-based authorization and comment moderation; and the portfolio site falls back to static data if its API is unavailable.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0 6   /   P I P E L I N E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28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data model in Prisma first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28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414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 REST API endpoints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99816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28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9981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corresponding React screens against that API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58184"/>
            <a:ext cx="384048" cy="38404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28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58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authentication, validation, and error handling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28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165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automated integration test suite where relevant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28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on schedule — one milestone submitted each week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269480" y="1691640"/>
            <a:ext cx="4297680" cy="4023360"/>
          </a:xfrm>
          <a:prstGeom prst="roundRect">
            <a:avLst>
              <a:gd name="adj" fmla="val 27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Repeated Build Loop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543800" y="2514600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2514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418320" y="3081528"/>
            <a:ext cx="0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543800" y="3227832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0" y="32278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418320" y="3794760"/>
            <a:ext cx="0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43800" y="3941064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418320" y="4507992"/>
            <a:ext cx="0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543800" y="4654296"/>
            <a:ext cx="3749040" cy="566928"/>
          </a:xfrm>
          <a:prstGeom prst="roundRect">
            <a:avLst>
              <a:gd name="adj" fmla="val 11290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0" y="46542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543800" y="58795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independently, four times over, across four different data models and user flows.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0 7   /   M Y   R O L E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Worked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Website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9397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+ Tailwind frontend backed by a MySQL API, with a seeded /api/projects endpoint and a graceful static-data fallback.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6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614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TaskFlow (Task Manager)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272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auth, strict per-user data isolation, full task CRUD, live dashboard stats, and a 17-test Jest/Supertest integration suite.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6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Application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60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+ PostgreSQL across User, Product, Cart, and Order models; a full cart-to-checkout flow, order history, and a separate admin panel.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6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280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InkFlow (Blog Platform)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19379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+ Prisma over Supabase PostgreSQL; post CRUD with live preview, ownership-based comment moderation, and a creator dashboard.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52360" y="169164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26680" y="1892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Repositories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726680" y="2468880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0" y="2743200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38160" y="24688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Full-Stack-Portfolio-Website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26680" y="3264408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3538728"/>
            <a:ext cx="100584" cy="10058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38160" y="32644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Task-Management-WebApp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26680" y="4059936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4334256"/>
            <a:ext cx="100584" cy="1005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38160" y="40599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E-Commerce-Application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26680" y="4855464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1C253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5129784"/>
            <a:ext cx="100584" cy="10058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138160" y="48554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Blog-Platform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0 8   /   O U T C O M E S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Impact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apps shipped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integration tests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used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69680" y="17373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start to finish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full-stack apps, each with its own schema, auth, and complete CRUD flows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JWT + bcrypt authentication and Zod / express-validator validation across every project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integration suites covering auth, CRUD, ownership, and dashboard aggregation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milestones (06, 13, 20, 27 Aug 2026) submitted on schedule and marked complete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Verma · Internship Report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K E Y   L E A R N I N G S   &amp;   C O N C L U S I O N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Isolated Exercises to Shipped Products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 project end to end — schema, API, UI, and auth — across four different domains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Prisma ORM across three different relational databases in production-style projects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secure, documented REST APIs with consistent auth and validation patterns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projects for real deployment, not just local demos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 w="15875">
            <a:solidFill>
              <a:srgbClr val="3FB9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4348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internship took me from isolated classroom exercises to four complete, production-style applications — and gave me real, end-to-end full-stack ownership.”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github.com/shivenverma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265615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2026-08-29T21:14:40Z</dcterms:created>
  <dcterms:modified xsi:type="dcterms:W3CDTF">2026-08-29T21:14:40Z</dcterms:modified>
</cp:coreProperties>
</file>